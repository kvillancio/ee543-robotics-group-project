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80FF"/>
    <a:srgbClr val="F600D0"/>
    <a:srgbClr val="FF7D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48"/>
  </p:normalViewPr>
  <p:slideViewPr>
    <p:cSldViewPr snapToGrid="0">
      <p:cViewPr varScale="1">
        <p:scale>
          <a:sx n="90" d="100"/>
          <a:sy n="90" d="100"/>
        </p:scale>
        <p:origin x="114" y="14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DBFCC3-0B8B-F7BC-8A68-C9382012C0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6C1B09-257D-4DF0-665A-5E84383490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4D15A0-1193-33E9-4DED-4BEB293ACF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EAAEA-8F08-CE45-9718-0C5630696890}" type="datetimeFigureOut">
              <a:rPr lang="en-US" smtClean="0"/>
              <a:t>3/2/2025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2A68DF-8F60-4FC1-16DD-3EE4165368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69DE8A-849A-6EE4-8B3C-A4FE258674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B5556-4D73-B142-B599-52191D96D6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69924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3EF5BF-7C77-EB1E-17F8-25F32B2E0F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EE1664-5F5B-ED3A-92A4-6FCAF246CB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E31441-2963-F7EF-F2EC-50EC5A660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EAAEA-8F08-CE45-9718-0C5630696890}" type="datetimeFigureOut">
              <a:rPr lang="en-US" smtClean="0"/>
              <a:t>3/2/2025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EDDEFA-DA29-7BB6-BAF7-3C1B5340E4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F1DCE7-B57D-8C44-22EC-E6251D95CF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B5556-4D73-B142-B599-52191D96D6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90851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7296F5-4781-DC6F-0148-F30ED3E5E0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8345BB-69D1-EA31-E870-7E3CD722D8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8CD589-B0E2-984D-FCF8-06F063E44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EAAEA-8F08-CE45-9718-0C5630696890}" type="datetimeFigureOut">
              <a:rPr lang="en-US" smtClean="0"/>
              <a:t>3/2/2025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F7F2B5-A80A-53C7-CCF1-EE44DA2693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8732FC-F332-B5ED-E4C2-FB63198C6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B5556-4D73-B142-B599-52191D96D6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67400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16E7E3-8964-2B73-95E7-32732A1C9A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344F6F-43F0-3A2E-7611-0149725425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C1CC7C-713A-34C2-6F1F-8054B08946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A49D7E-90D0-AB5C-19F4-53FC643FAD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EAAEA-8F08-CE45-9718-0C5630696890}" type="datetimeFigureOut">
              <a:rPr lang="en-US" smtClean="0"/>
              <a:t>3/2/2025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728E7E-35CD-384C-9FCC-C59C44603F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A8A0E0-548A-07DC-0CE4-CB1D705DC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B5556-4D73-B142-B599-52191D96D6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4950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607595-EDBF-98AA-4096-BAF134F691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BA7D62-F7F7-9378-FE32-9BCE1A6C38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D09519-8B08-064F-AEB1-6085DAF088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1FEE80B-506E-4BBD-DAE6-FD1C2D787D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66D1C48-ABB2-3481-CA6C-AF36699C9B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0F8AA66-EF71-B0E8-35AA-0377AEA9E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EAAEA-8F08-CE45-9718-0C5630696890}" type="datetimeFigureOut">
              <a:rPr lang="en-US" smtClean="0"/>
              <a:t>3/2/2025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EA87273-5BE0-F8C2-4E2B-4D1708C5D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6F8EA66-C625-94CE-9124-2DE2BFC0F8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B5556-4D73-B142-B599-52191D96D6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83444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28D8C-153D-BD6A-495A-11F7370126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81A876-C73A-A731-7A36-0BFC608EE1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EAAEA-8F08-CE45-9718-0C5630696890}" type="datetimeFigureOut">
              <a:rPr lang="en-US" smtClean="0"/>
              <a:t>3/2/2025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E4D117-D2EF-BE21-7F91-D11EB905C6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65E49E-94F3-1D19-EB5E-317C82E72C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B5556-4D73-B142-B599-52191D96D6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9673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A37DAE6-D26D-2381-C82D-BBFD0889B9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EAAEA-8F08-CE45-9718-0C5630696890}" type="datetimeFigureOut">
              <a:rPr lang="en-US" smtClean="0"/>
              <a:t>3/2/2025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FBE2B59-20FF-BF38-EA5C-D28B4DEC43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B268B0-62EA-461E-026A-EE8673CB7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B5556-4D73-B142-B599-52191D96D6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07708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6BEEFC-2A85-72D6-85CA-6D429E909C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4BD9A8-48C4-4050-81AC-039301C313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8342DF-DCB4-3C90-29C4-1FC3890493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E62AE7-2524-1F5F-6B56-231633A4F4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EAAEA-8F08-CE45-9718-0C5630696890}" type="datetimeFigureOut">
              <a:rPr lang="en-US" smtClean="0"/>
              <a:t>3/2/2025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2D701D-1158-292B-66B9-80BD335A9C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1D5540-EE78-4A00-0262-0F091C7BE4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B5556-4D73-B142-B599-52191D96D6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12036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748427-87BF-B329-F19A-33F06307A7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41C746B-FF33-4184-8B76-9C90DA2797A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958755-46B4-ED88-5A3C-8B7B5DB1E2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F71FA9-8DC8-A8FB-0ED9-1725040F41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EAAEA-8F08-CE45-9718-0C5630696890}" type="datetimeFigureOut">
              <a:rPr lang="en-US" smtClean="0"/>
              <a:t>3/2/2025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4ABC89-8007-D41A-17FB-539248C66F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283E37-75AF-5156-4C86-4E15E9476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B5556-4D73-B142-B599-52191D96D6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0196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7A0309-1C07-4C16-C401-5CC9B1EEC3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541063-69B5-8682-E61F-5D79B76DD9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589B04-9261-04E1-7D54-CD9187CDD3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EAAEA-8F08-CE45-9718-0C5630696890}" type="datetimeFigureOut">
              <a:rPr lang="en-US" smtClean="0"/>
              <a:t>3/2/2025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8CE3A-0562-624D-9645-ADB8A36274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EC353A-F272-0453-D424-76B404FE0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B5556-4D73-B142-B599-52191D96D6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3644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0AF4C6-59B8-AE9A-B39B-F28416E7746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5580BB-EE54-EDC3-EEDA-74A2545E52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3EC943-E649-A554-C2BA-737C94337A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EAAEA-8F08-CE45-9718-0C5630696890}" type="datetimeFigureOut">
              <a:rPr lang="en-US" smtClean="0"/>
              <a:t>3/2/2025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52426A-A6F8-C39F-DC8E-C23121E40A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31B156-91F1-3543-3C6E-A157764F1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B5556-4D73-B142-B599-52191D96D6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83615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6B9EDAF-2E7F-0E3E-B84E-B6D2AB400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382BF7-E495-A7E0-0C93-33305CF01B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AC80F0-2C22-9168-577F-1364E055DE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6EAAEA-8F08-CE45-9718-0C5630696890}" type="datetimeFigureOut">
              <a:rPr lang="en-US" smtClean="0"/>
              <a:t>3/2/2025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B2045B-AB99-2ADC-5451-E8F47F9821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220CB3-64F5-112F-9FCD-0C2B434D75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AEB5556-4D73-B142-B599-52191D96D6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46707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roup 29">
            <a:extLst>
              <a:ext uri="{FF2B5EF4-FFF2-40B4-BE49-F238E27FC236}">
                <a16:creationId xmlns:a16="http://schemas.microsoft.com/office/drawing/2014/main" id="{28D7AACB-1B52-A546-612F-3574B8E82128}"/>
              </a:ext>
            </a:extLst>
          </p:cNvPr>
          <p:cNvGrpSpPr/>
          <p:nvPr/>
        </p:nvGrpSpPr>
        <p:grpSpPr>
          <a:xfrm>
            <a:off x="1981554" y="203709"/>
            <a:ext cx="7902677" cy="6540428"/>
            <a:chOff x="1981554" y="203709"/>
            <a:chExt cx="7902677" cy="6540428"/>
          </a:xfrm>
        </p:grpSpPr>
        <p:pic>
          <p:nvPicPr>
            <p:cNvPr id="64" name="Picture 63" descr="A robot arm with wires and wires attached to a chair&#10;&#10;Description automatically generated">
              <a:extLst>
                <a:ext uri="{FF2B5EF4-FFF2-40B4-BE49-F238E27FC236}">
                  <a16:creationId xmlns:a16="http://schemas.microsoft.com/office/drawing/2014/main" id="{24831EBD-4174-0613-38E3-C48A94CCA4E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50000"/>
            </a:blip>
            <a:srcRect l="17720" r="20209"/>
            <a:stretch/>
          </p:blipFill>
          <p:spPr>
            <a:xfrm rot="5400000">
              <a:off x="2662679" y="-477416"/>
              <a:ext cx="6540428" cy="7902677"/>
            </a:xfrm>
            <a:prstGeom prst="rect">
              <a:avLst/>
            </a:prstGeom>
            <a:ln>
              <a:noFill/>
            </a:ln>
          </p:spPr>
        </p:pic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C0026F8B-11C8-9E3E-97E6-AC661B28228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75716" y="630118"/>
              <a:ext cx="0" cy="5745057"/>
            </a:xfrm>
            <a:prstGeom prst="line">
              <a:avLst/>
            </a:prstGeom>
            <a:ln w="38100">
              <a:solidFill>
                <a:schemeClr val="accent3">
                  <a:lumMod val="60000"/>
                  <a:lumOff val="40000"/>
                </a:schemeClr>
              </a:solidFill>
              <a:prstDash val="sys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05AF7B01-6F91-B820-8EB8-6FA86D9C7C7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94735" y="4125644"/>
              <a:ext cx="2001265" cy="1837591"/>
            </a:xfrm>
            <a:prstGeom prst="line">
              <a:avLst/>
            </a:prstGeom>
            <a:ln w="38100">
              <a:solidFill>
                <a:srgbClr val="FF7D26"/>
              </a:solidFill>
              <a:prstDash val="sys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62F8B77F-E87C-FF11-9367-A4FBC61FE51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00400" y="1199635"/>
              <a:ext cx="4079053" cy="3712046"/>
            </a:xfrm>
            <a:prstGeom prst="line">
              <a:avLst/>
            </a:prstGeom>
            <a:ln w="38100">
              <a:solidFill>
                <a:srgbClr val="FFFF00"/>
              </a:solidFill>
              <a:prstDash val="sys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67345ADF-90A7-E774-95AA-7D967C6620A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40436" y="3047393"/>
              <a:ext cx="399490" cy="381607"/>
            </a:xfrm>
            <a:prstGeom prst="straightConnector1">
              <a:avLst/>
            </a:prstGeom>
            <a:ln w="57150">
              <a:solidFill>
                <a:srgbClr val="FF80FF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17A21FAD-BEA4-0119-E427-1EDA3EBF289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95192" y="5467724"/>
              <a:ext cx="0" cy="516630"/>
            </a:xfrm>
            <a:prstGeom prst="straightConnector1">
              <a:avLst/>
            </a:prstGeom>
            <a:ln w="57150">
              <a:solidFill>
                <a:srgbClr val="FF80FF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Arrow Connector 52">
              <a:extLst>
                <a:ext uri="{FF2B5EF4-FFF2-40B4-BE49-F238E27FC236}">
                  <a16:creationId xmlns:a16="http://schemas.microsoft.com/office/drawing/2014/main" id="{0DA332F4-0BDE-DA11-AEA0-195A6BCFE00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645695" y="5157244"/>
              <a:ext cx="328355" cy="314865"/>
            </a:xfrm>
            <a:prstGeom prst="straightConnector1">
              <a:avLst/>
            </a:prstGeom>
            <a:ln w="57150">
              <a:solidFill>
                <a:srgbClr val="FF80FF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E558B497-06A2-7894-6CF8-2CF66D3D0775}"/>
                </a:ext>
              </a:extLst>
            </p:cNvPr>
            <p:cNvSpPr txBox="1"/>
            <p:nvPr/>
          </p:nvSpPr>
          <p:spPr>
            <a:xfrm>
              <a:off x="3100987" y="3976834"/>
              <a:ext cx="424329" cy="369332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B0F0"/>
                  </a:solidFill>
                </a:rPr>
                <a:t>J3</a:t>
              </a:r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BAC98D9A-4AB4-20DB-A656-F56FA6542C45}"/>
                </a:ext>
              </a:extLst>
            </p:cNvPr>
            <p:cNvSpPr txBox="1"/>
            <p:nvPr/>
          </p:nvSpPr>
          <p:spPr>
            <a:xfrm>
              <a:off x="2620372" y="4883150"/>
              <a:ext cx="424329" cy="369332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FFFF00"/>
                  </a:solidFill>
                </a:rPr>
                <a:t>J4</a:t>
              </a:r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E668E471-2C50-E3D1-52B4-2D356DD5B4FB}"/>
                </a:ext>
              </a:extLst>
            </p:cNvPr>
            <p:cNvSpPr txBox="1"/>
            <p:nvPr/>
          </p:nvSpPr>
          <p:spPr>
            <a:xfrm>
              <a:off x="4430708" y="5984354"/>
              <a:ext cx="424329" cy="369332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accent3">
                      <a:lumMod val="60000"/>
                      <a:lumOff val="40000"/>
                    </a:schemeClr>
                  </a:solidFill>
                </a:rPr>
                <a:t>J1</a:t>
              </a:r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CB013EB3-90F4-3BF4-AF15-5FCFA7A219B1}"/>
                </a:ext>
              </a:extLst>
            </p:cNvPr>
            <p:cNvSpPr txBox="1"/>
            <p:nvPr/>
          </p:nvSpPr>
          <p:spPr>
            <a:xfrm>
              <a:off x="6004659" y="3623700"/>
              <a:ext cx="424329" cy="369332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FF7D26"/>
                  </a:solidFill>
                </a:rPr>
                <a:t>J2</a:t>
              </a:r>
            </a:p>
          </p:txBody>
        </p: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9D1B34F9-D1C4-4BC8-8988-F5F59EC07E0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21831" y="3502646"/>
              <a:ext cx="1428355" cy="1303915"/>
            </a:xfrm>
            <a:prstGeom prst="line">
              <a:avLst/>
            </a:prstGeom>
            <a:ln w="38100">
              <a:solidFill>
                <a:srgbClr val="00B0F0"/>
              </a:solidFill>
              <a:prstDash val="sys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9" name="Straight Arrow Connector 58">
              <a:extLst>
                <a:ext uri="{FF2B5EF4-FFF2-40B4-BE49-F238E27FC236}">
                  <a16:creationId xmlns:a16="http://schemas.microsoft.com/office/drawing/2014/main" id="{BFD37C18-0804-08B2-81A9-083928F2444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777387" y="4053632"/>
              <a:ext cx="367780" cy="343045"/>
            </a:xfrm>
            <a:prstGeom prst="straightConnector1">
              <a:avLst/>
            </a:prstGeom>
            <a:ln w="57150">
              <a:solidFill>
                <a:srgbClr val="FF80FF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Arrow Connector 104">
              <a:extLst>
                <a:ext uri="{FF2B5EF4-FFF2-40B4-BE49-F238E27FC236}">
                  <a16:creationId xmlns:a16="http://schemas.microsoft.com/office/drawing/2014/main" id="{5DC1717F-C77F-CCE8-C8D6-F42AB4F26146}"/>
                </a:ext>
              </a:extLst>
            </p:cNvPr>
            <p:cNvCxnSpPr>
              <a:cxnSpLocks/>
            </p:cNvCxnSpPr>
            <p:nvPr/>
          </p:nvCxnSpPr>
          <p:spPr>
            <a:xfrm>
              <a:off x="4974050" y="5993222"/>
              <a:ext cx="465488" cy="175798"/>
            </a:xfrm>
            <a:prstGeom prst="straightConnector1">
              <a:avLst/>
            </a:prstGeom>
            <a:ln w="5715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Arrow Connector 105">
              <a:extLst>
                <a:ext uri="{FF2B5EF4-FFF2-40B4-BE49-F238E27FC236}">
                  <a16:creationId xmlns:a16="http://schemas.microsoft.com/office/drawing/2014/main" id="{24403E9E-815A-6C9D-1CA9-28935BD2722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42872" y="4715498"/>
              <a:ext cx="331178" cy="464493"/>
            </a:xfrm>
            <a:prstGeom prst="straightConnector1">
              <a:avLst/>
            </a:prstGeom>
            <a:ln w="5715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Arrow Connector 106">
              <a:extLst>
                <a:ext uri="{FF2B5EF4-FFF2-40B4-BE49-F238E27FC236}">
                  <a16:creationId xmlns:a16="http://schemas.microsoft.com/office/drawing/2014/main" id="{D0E22A3C-D3CE-4E3D-2AF7-4A34D555E36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777387" y="3649522"/>
              <a:ext cx="367780" cy="417159"/>
            </a:xfrm>
            <a:prstGeom prst="straightConnector1">
              <a:avLst/>
            </a:prstGeom>
            <a:ln w="5715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Arrow Connector 107">
              <a:extLst>
                <a:ext uri="{FF2B5EF4-FFF2-40B4-BE49-F238E27FC236}">
                  <a16:creationId xmlns:a16="http://schemas.microsoft.com/office/drawing/2014/main" id="{B511F874-1E4C-F7BB-AE97-48027130202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518660" y="2971800"/>
              <a:ext cx="336377" cy="457200"/>
            </a:xfrm>
            <a:prstGeom prst="straightConnector1">
              <a:avLst/>
            </a:prstGeom>
            <a:ln w="5715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Arrow Connector 108">
              <a:extLst>
                <a:ext uri="{FF2B5EF4-FFF2-40B4-BE49-F238E27FC236}">
                  <a16:creationId xmlns:a16="http://schemas.microsoft.com/office/drawing/2014/main" id="{D785776B-8E3B-F5D6-E7BD-2EC1D8F005F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92609" y="1347849"/>
              <a:ext cx="427212" cy="384969"/>
            </a:xfrm>
            <a:prstGeom prst="straightConnector1">
              <a:avLst/>
            </a:prstGeom>
            <a:ln w="57150">
              <a:solidFill>
                <a:srgbClr val="FF80FF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Arrow Connector 110">
              <a:extLst>
                <a:ext uri="{FF2B5EF4-FFF2-40B4-BE49-F238E27FC236}">
                  <a16:creationId xmlns:a16="http://schemas.microsoft.com/office/drawing/2014/main" id="{45AAE212-85CF-44D7-D48D-C5269C1DCD6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350717" y="1352452"/>
              <a:ext cx="341562" cy="416101"/>
            </a:xfrm>
            <a:prstGeom prst="straightConnector1">
              <a:avLst/>
            </a:prstGeom>
            <a:ln w="5715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" name="Straight Arrow Connector 1">
              <a:extLst>
                <a:ext uri="{FF2B5EF4-FFF2-40B4-BE49-F238E27FC236}">
                  <a16:creationId xmlns:a16="http://schemas.microsoft.com/office/drawing/2014/main" id="{7C76FFCD-B3DB-B522-6256-4B5C096BC1A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53365" y="5250198"/>
              <a:ext cx="361648" cy="406693"/>
            </a:xfrm>
            <a:prstGeom prst="straightConnector1">
              <a:avLst/>
            </a:prstGeom>
            <a:ln w="5715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" name="Straight Arrow Connector 2">
              <a:extLst>
                <a:ext uri="{FF2B5EF4-FFF2-40B4-BE49-F238E27FC236}">
                  <a16:creationId xmlns:a16="http://schemas.microsoft.com/office/drawing/2014/main" id="{4DB5E5D4-AE7C-E202-061C-99FCBB9A819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50208" y="5139071"/>
              <a:ext cx="0" cy="516630"/>
            </a:xfrm>
            <a:prstGeom prst="straightConnector1">
              <a:avLst/>
            </a:prstGeom>
            <a:ln w="57150">
              <a:solidFill>
                <a:srgbClr val="FF80FF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AFE684EF-FDBA-8BD1-B1B7-B857A98FD533}"/>
                </a:ext>
              </a:extLst>
            </p:cNvPr>
            <p:cNvSpPr txBox="1"/>
            <p:nvPr/>
          </p:nvSpPr>
          <p:spPr>
            <a:xfrm>
              <a:off x="6217249" y="5161012"/>
              <a:ext cx="43889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FF0000"/>
                  </a:solidFill>
                </a:rPr>
                <a:t>x0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D52D0423-5DAA-8D18-FF2A-1D364FFF69C2}"/>
                </a:ext>
              </a:extLst>
            </p:cNvPr>
            <p:cNvSpPr txBox="1"/>
            <p:nvPr/>
          </p:nvSpPr>
          <p:spPr>
            <a:xfrm>
              <a:off x="5297040" y="5722942"/>
              <a:ext cx="43889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FF0000"/>
                  </a:solidFill>
                </a:rPr>
                <a:t>x1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EB55D7BD-2FD5-11E3-0F80-C25E7823826D}"/>
                </a:ext>
              </a:extLst>
            </p:cNvPr>
            <p:cNvSpPr txBox="1"/>
            <p:nvPr/>
          </p:nvSpPr>
          <p:spPr>
            <a:xfrm>
              <a:off x="4192645" y="4640295"/>
              <a:ext cx="43889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FF0000"/>
                  </a:solidFill>
                </a:rPr>
                <a:t>x2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BE5EB771-E582-41E4-134A-43ED012F3279}"/>
                </a:ext>
              </a:extLst>
            </p:cNvPr>
            <p:cNvSpPr txBox="1"/>
            <p:nvPr/>
          </p:nvSpPr>
          <p:spPr>
            <a:xfrm>
              <a:off x="3500707" y="3262801"/>
              <a:ext cx="43889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FF0000"/>
                  </a:solidFill>
                </a:rPr>
                <a:t>x3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CDFA4783-ADCB-1B96-1A95-054A55594915}"/>
                </a:ext>
              </a:extLst>
            </p:cNvPr>
            <p:cNvSpPr txBox="1"/>
            <p:nvPr/>
          </p:nvSpPr>
          <p:spPr>
            <a:xfrm>
              <a:off x="4121759" y="3002127"/>
              <a:ext cx="43889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FF0000"/>
                  </a:solidFill>
                </a:rPr>
                <a:t>x4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2B838192-AE97-B572-4CF2-57E71B82C26C}"/>
                </a:ext>
              </a:extLst>
            </p:cNvPr>
            <p:cNvSpPr txBox="1"/>
            <p:nvPr/>
          </p:nvSpPr>
          <p:spPr>
            <a:xfrm>
              <a:off x="5962757" y="1348710"/>
              <a:ext cx="43889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FF0000"/>
                  </a:solidFill>
                </a:rPr>
                <a:t>x5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BB09C32-8CC7-2C7C-8B0C-EE8299D4D199}"/>
                </a:ext>
              </a:extLst>
            </p:cNvPr>
            <p:cNvSpPr txBox="1"/>
            <p:nvPr/>
          </p:nvSpPr>
          <p:spPr>
            <a:xfrm>
              <a:off x="5814990" y="4769367"/>
              <a:ext cx="438892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FF80FF"/>
                  </a:solidFill>
                </a:rPr>
                <a:t>z0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5C072CB7-66B7-F0B6-97E3-09DCCC1B03BC}"/>
                </a:ext>
              </a:extLst>
            </p:cNvPr>
            <p:cNvSpPr txBox="1"/>
            <p:nvPr/>
          </p:nvSpPr>
          <p:spPr>
            <a:xfrm>
              <a:off x="5000646" y="5185426"/>
              <a:ext cx="438892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FF80FF"/>
                  </a:solidFill>
                </a:rPr>
                <a:t>z1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4AD0F2DD-18B7-084D-88A1-D8D29D21CDB7}"/>
                </a:ext>
              </a:extLst>
            </p:cNvPr>
            <p:cNvSpPr txBox="1"/>
            <p:nvPr/>
          </p:nvSpPr>
          <p:spPr>
            <a:xfrm>
              <a:off x="4106814" y="5215412"/>
              <a:ext cx="438892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FF80FF"/>
                  </a:solidFill>
                </a:rPr>
                <a:t>z2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0D1F2C0E-519D-BCFE-29FE-9C694B676AFC}"/>
                </a:ext>
              </a:extLst>
            </p:cNvPr>
            <p:cNvSpPr txBox="1"/>
            <p:nvPr/>
          </p:nvSpPr>
          <p:spPr>
            <a:xfrm>
              <a:off x="3825973" y="4346166"/>
              <a:ext cx="438892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FF80FF"/>
                  </a:solidFill>
                </a:rPr>
                <a:t>z3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A1161D4-DD5B-62DC-EB84-D3A4DAD5E606}"/>
                </a:ext>
              </a:extLst>
            </p:cNvPr>
            <p:cNvSpPr txBox="1"/>
            <p:nvPr/>
          </p:nvSpPr>
          <p:spPr>
            <a:xfrm>
              <a:off x="5051296" y="3196541"/>
              <a:ext cx="438892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FF80FF"/>
                  </a:solidFill>
                </a:rPr>
                <a:t>z4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04259454-3C1A-F291-9A4E-EDF8F20BE8D2}"/>
                </a:ext>
              </a:extLst>
            </p:cNvPr>
            <p:cNvSpPr txBox="1"/>
            <p:nvPr/>
          </p:nvSpPr>
          <p:spPr>
            <a:xfrm>
              <a:off x="7088841" y="1312114"/>
              <a:ext cx="438892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FF80FF"/>
                  </a:solidFill>
                </a:rPr>
                <a:t>z5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860975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D8B7E08-0E73-9B7D-4DCF-855F057FF5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325757"/>
              </p:ext>
            </p:extLst>
          </p:nvPr>
        </p:nvGraphicFramePr>
        <p:xfrm>
          <a:off x="1901371" y="1203960"/>
          <a:ext cx="8128000" cy="222504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612916055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4085453249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05907559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492126737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14471776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alpha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theta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56730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Theta 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14270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Theta 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02582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Theta 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87185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Theta 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93922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38486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20811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50</Words>
  <Application>Microsoft Office PowerPoint</Application>
  <PresentationFormat>Widescreen</PresentationFormat>
  <Paragraphs>46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KAREN SIENA</dc:creator>
  <cp:lastModifiedBy>Ian Adelman</cp:lastModifiedBy>
  <cp:revision>16</cp:revision>
  <dcterms:created xsi:type="dcterms:W3CDTF">2025-02-28T02:54:27Z</dcterms:created>
  <dcterms:modified xsi:type="dcterms:W3CDTF">2025-03-02T08:06:24Z</dcterms:modified>
</cp:coreProperties>
</file>